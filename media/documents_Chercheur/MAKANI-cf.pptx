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79" r:id="rId4"/>
    <p:sldId id="280" r:id="rId5"/>
    <p:sldId id="281" r:id="rId6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984CC"/>
    <a:srgbClr val="03136A"/>
    <a:srgbClr val="35759D"/>
    <a:srgbClr val="35B19D"/>
    <a:srgbClr val="000000"/>
    <a:srgbClr val="FFFF00"/>
    <a:srgbClr val="282828"/>
    <a:srgbClr val="08080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10" autoAdjust="0"/>
    <p:restoredTop sz="95596" autoAdjust="0"/>
  </p:normalViewPr>
  <p:slideViewPr>
    <p:cSldViewPr>
      <p:cViewPr varScale="1">
        <p:scale>
          <a:sx n="75" d="100"/>
          <a:sy n="75" d="100"/>
        </p:scale>
        <p:origin x="-135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fr-FR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fr-FR"/>
          </a:p>
        </p:txBody>
      </p:sp>
      <p:sp>
        <p:nvSpPr>
          <p:cNvPr id="819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819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 smtClean="0"/>
              <a:t>Click to edit Master text styles</a:t>
            </a:r>
          </a:p>
          <a:p>
            <a:pPr lvl="1"/>
            <a:r>
              <a:rPr lang="en-US" altLang="fr-FR" smtClean="0"/>
              <a:t>Second level</a:t>
            </a:r>
          </a:p>
          <a:p>
            <a:pPr lvl="2"/>
            <a:r>
              <a:rPr lang="en-US" altLang="fr-FR" smtClean="0"/>
              <a:t>Third level</a:t>
            </a:r>
          </a:p>
          <a:p>
            <a:pPr lvl="3"/>
            <a:r>
              <a:rPr lang="en-US" altLang="fr-FR" smtClean="0"/>
              <a:t>Fourth level</a:t>
            </a:r>
          </a:p>
          <a:p>
            <a:pPr lvl="4"/>
            <a:r>
              <a:rPr lang="en-US" altLang="fr-FR" smtClean="0"/>
              <a:t>Fifth level</a:t>
            </a:r>
          </a:p>
        </p:txBody>
      </p:sp>
      <p:sp>
        <p:nvSpPr>
          <p:cNvPr id="819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fr-FR"/>
          </a:p>
        </p:txBody>
      </p:sp>
      <p:sp>
        <p:nvSpPr>
          <p:cNvPr id="819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2976388-01C2-46D2-8B9D-F9FD3061DC37}" type="slidenum">
              <a:rPr lang="en-US" altLang="fr-FR"/>
              <a:pPr/>
              <a:t>‹N°›</a:t>
            </a:fld>
            <a:endParaRPr lang="en-US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9893A0-88A6-4ACE-AA2B-2AA787AFCDF1}" type="slidenum">
              <a:rPr lang="en-US" altLang="fr-FR"/>
              <a:pPr/>
              <a:t>1</a:t>
            </a:fld>
            <a:endParaRPr lang="en-US" altLang="fr-FR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F07CA2-0F51-40B2-A700-02F6A88A4583}" type="slidenum">
              <a:rPr lang="en-US" altLang="fr-FR"/>
              <a:pPr/>
              <a:t>2</a:t>
            </a:fld>
            <a:endParaRPr lang="en-US" altLang="fr-FR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7DCEF8-48BE-4EE2-88CB-0BF1DD8AAE43}" type="slidenum">
              <a:rPr lang="en-US" altLang="fr-FR"/>
              <a:pPr/>
              <a:t>3</a:t>
            </a:fld>
            <a:endParaRPr lang="en-US" altLang="fr-F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" y="304800"/>
            <a:ext cx="7772400" cy="70485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fr-FR" altLang="fr-FR" noProof="0" smtClean="0"/>
              <a:t>Modifiez le style du titre</a:t>
            </a:r>
            <a:endParaRPr lang="en-US" altLang="fr-FR" noProof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6200" y="990600"/>
            <a:ext cx="7772400" cy="685800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fr-FR" altLang="fr-FR" noProof="0" smtClean="0"/>
              <a:t>Modifier le style des sous-titres du masque</a:t>
            </a:r>
            <a:endParaRPr lang="en-US" altLang="fr-FR" noProof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04522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xmlns="" val="232918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19200" y="2378075"/>
            <a:ext cx="3581400" cy="3870325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953000" y="2378075"/>
            <a:ext cx="3581400" cy="3870325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045655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918841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156056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77783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xmlns="" val="1553839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xmlns="" val="3070666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064413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705600" y="1616075"/>
            <a:ext cx="1828800" cy="46323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219200" y="1616075"/>
            <a:ext cx="5334000" cy="4632325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64216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1616075"/>
            <a:ext cx="7315200" cy="71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Modifiez le style du titre</a:t>
            </a:r>
            <a:endParaRPr lang="en-US" altLang="fr-FR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2378075"/>
            <a:ext cx="7315200" cy="387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  <a:endParaRPr lang="en-US" altLang="fr-FR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Microsoft Sans Serif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47800" y="685800"/>
            <a:ext cx="4648200" cy="685800"/>
          </a:xfrm>
        </p:spPr>
        <p:txBody>
          <a:bodyPr/>
          <a:lstStyle/>
          <a:p>
            <a:r>
              <a:rPr lang="en-US" altLang="fr-FR" sz="32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MAKANI-</a:t>
            </a:r>
            <a:r>
              <a:rPr lang="en-US" altLang="fr-FR" sz="3200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cf</a:t>
            </a:r>
            <a:endParaRPr lang="en-US" altLang="fr-FR" sz="32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1219200"/>
            <a:ext cx="4648200" cy="685800"/>
          </a:xfrm>
        </p:spPr>
        <p:txBody>
          <a:bodyPr/>
          <a:lstStyle/>
          <a:p>
            <a:r>
              <a:rPr lang="en-US" altLang="fr-FR" sz="2800" b="1" dirty="0" err="1" smtClean="0"/>
              <a:t>Géstion</a:t>
            </a:r>
            <a:r>
              <a:rPr lang="en-US" altLang="fr-FR" sz="2800" b="1" dirty="0" smtClean="0"/>
              <a:t> de conference</a:t>
            </a:r>
            <a:endParaRPr lang="en-US" altLang="fr-FR" sz="2800" b="1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652120" y="4365104"/>
            <a:ext cx="3996952" cy="3024336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1796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2000" dirty="0" err="1" smtClean="0">
                <a:solidFill>
                  <a:schemeClr val="bg1">
                    <a:lumMod val="95000"/>
                  </a:schemeClr>
                </a:solidFill>
              </a:rPr>
              <a:t>Elgharbi</a:t>
            </a:r>
            <a:r>
              <a:rPr lang="en-US" sz="200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bg1">
                    <a:lumMod val="95000"/>
                  </a:schemeClr>
                </a:solidFill>
              </a:rPr>
              <a:t>salah</a:t>
            </a:r>
            <a:r>
              <a:rPr lang="en-US" sz="200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bg1">
                    <a:lumMod val="95000"/>
                  </a:schemeClr>
                </a:solidFill>
              </a:rPr>
              <a:t>eddine</a:t>
            </a:r>
            <a:r>
              <a:rPr lang="en-US" sz="2000" dirty="0" smtClean="0">
                <a:solidFill>
                  <a:schemeClr val="bg1">
                    <a:lumMod val="95000"/>
                  </a:schemeClr>
                </a:solidFill>
              </a:rPr>
              <a:t> </a:t>
            </a:r>
            <a:endParaRPr lang="fr-FR" sz="2000" dirty="0" smtClean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r>
              <a:rPr lang="en-US" sz="2000" dirty="0" err="1" smtClean="0">
                <a:solidFill>
                  <a:schemeClr val="bg1">
                    <a:lumMod val="95000"/>
                  </a:schemeClr>
                </a:solidFill>
              </a:rPr>
              <a:t>Boukhatem</a:t>
            </a:r>
            <a:r>
              <a:rPr lang="en-US" sz="200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bg1">
                    <a:lumMod val="95000"/>
                  </a:schemeClr>
                </a:solidFill>
              </a:rPr>
              <a:t>ahmed</a:t>
            </a:r>
            <a:endParaRPr lang="fr-FR" sz="2000" dirty="0" smtClean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r>
              <a:rPr lang="en-US" sz="2000" dirty="0" err="1" smtClean="0">
                <a:solidFill>
                  <a:schemeClr val="bg1">
                    <a:lumMod val="95000"/>
                  </a:schemeClr>
                </a:solidFill>
              </a:rPr>
              <a:t>Benmessabihe</a:t>
            </a:r>
            <a:r>
              <a:rPr lang="en-US" sz="200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bg1">
                    <a:lumMod val="95000"/>
                  </a:schemeClr>
                </a:solidFill>
              </a:rPr>
              <a:t>toufik</a:t>
            </a:r>
            <a:endParaRPr lang="fr-FR" sz="2000" dirty="0" smtClean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r>
              <a:rPr lang="fr-FR" sz="2000" dirty="0" err="1" smtClean="0">
                <a:solidFill>
                  <a:schemeClr val="bg1">
                    <a:lumMod val="95000"/>
                  </a:schemeClr>
                </a:solidFill>
              </a:rPr>
              <a:t>Merzouk</a:t>
            </a:r>
            <a:r>
              <a:rPr lang="fr-FR" sz="200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fr-FR" sz="2000" dirty="0" err="1" smtClean="0">
                <a:solidFill>
                  <a:schemeClr val="bg1">
                    <a:lumMod val="95000"/>
                  </a:schemeClr>
                </a:solidFill>
              </a:rPr>
              <a:t>mohammed</a:t>
            </a:r>
            <a:r>
              <a:rPr lang="fr-FR" sz="2000" dirty="0" smtClean="0">
                <a:solidFill>
                  <a:schemeClr val="bg1">
                    <a:lumMod val="95000"/>
                  </a:schemeClr>
                </a:solidFill>
              </a:rPr>
              <a:t> islam</a:t>
            </a:r>
          </a:p>
          <a:p>
            <a:pPr algn="l"/>
            <a:r>
              <a:rPr lang="fr-FR" sz="2000" dirty="0" err="1" smtClean="0">
                <a:solidFill>
                  <a:schemeClr val="bg1">
                    <a:lumMod val="95000"/>
                  </a:schemeClr>
                </a:solidFill>
              </a:rPr>
              <a:t>Boudouara</a:t>
            </a:r>
            <a:r>
              <a:rPr lang="fr-FR" sz="200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fr-FR" sz="2000" dirty="0" err="1" smtClean="0">
                <a:solidFill>
                  <a:schemeClr val="bg1">
                    <a:lumMod val="95000"/>
                  </a:schemeClr>
                </a:solidFill>
              </a:rPr>
              <a:t>nadjet</a:t>
            </a:r>
            <a:endParaRPr lang="fr-FR" sz="2000" dirty="0" smtClean="0">
              <a:solidFill>
                <a:schemeClr val="bg1">
                  <a:lumMod val="95000"/>
                </a:schemeClr>
              </a:solidFill>
            </a:endParaRPr>
          </a:p>
          <a:p>
            <a:pPr algn="l"/>
            <a:r>
              <a:rPr lang="fr-FR" sz="2000" dirty="0" err="1" smtClean="0">
                <a:solidFill>
                  <a:schemeClr val="bg1">
                    <a:lumMod val="95000"/>
                  </a:schemeClr>
                </a:solidFill>
              </a:rPr>
              <a:t>Talbi</a:t>
            </a:r>
            <a:r>
              <a:rPr lang="fr-FR" sz="2000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fr-FR" sz="2000" dirty="0" err="1" smtClean="0">
                <a:solidFill>
                  <a:schemeClr val="bg1">
                    <a:lumMod val="95000"/>
                  </a:schemeClr>
                </a:solidFill>
              </a:rPr>
              <a:t>narimane</a:t>
            </a:r>
            <a:endParaRPr lang="fr-FR" sz="2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640" y="1916832"/>
            <a:ext cx="7086600" cy="648072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algn="ctr" rotWithShape="0">
                    <a:schemeClr val="hlink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fr-FR" dirty="0" smtClean="0"/>
              <a:t>Objectif </a:t>
            </a:r>
            <a:r>
              <a:rPr lang="fr-FR" dirty="0"/>
              <a:t/>
            </a:r>
            <a:br>
              <a:rPr lang="fr-FR" dirty="0"/>
            </a:br>
            <a:r>
              <a:rPr lang="en-US" altLang="fr-FR" dirty="0" smtClean="0"/>
              <a:t> </a:t>
            </a:r>
            <a:endParaRPr lang="en-US" altLang="fr-FR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7800" y="2754313"/>
            <a:ext cx="6705600" cy="2976562"/>
          </a:xfrm>
        </p:spPr>
        <p:txBody>
          <a:bodyPr/>
          <a:lstStyle/>
          <a:p>
            <a:r>
              <a:rPr lang="fr-FR" sz="1600" dirty="0" smtClean="0"/>
              <a:t>L’objectif principal du projet est de réaliser une plateforme professionnelle full web de gestion de conférence et contribuer à la diffusion du savoir et des connaissances, Le but initial est d’intégrer les thèmes proposés par l’école puis les évaluateurs   et pour finir les chercheurs qui vont poster leurs articles. </a:t>
            </a:r>
          </a:p>
          <a:p>
            <a:r>
              <a:rPr lang="fr-FR" sz="1600" dirty="0" smtClean="0"/>
              <a:t> </a:t>
            </a:r>
          </a:p>
          <a:p>
            <a:r>
              <a:rPr lang="fr-FR" sz="1600" b="1" dirty="0" smtClean="0"/>
              <a:t>Planning prévisionnel :</a:t>
            </a:r>
            <a:endParaRPr lang="fr-FR" sz="1600" dirty="0" smtClean="0"/>
          </a:p>
          <a:p>
            <a:pPr lvl="0"/>
            <a:r>
              <a:rPr lang="fr-FR" sz="1600" dirty="0" smtClean="0"/>
              <a:t>Phase d’analyse.</a:t>
            </a:r>
          </a:p>
          <a:p>
            <a:pPr lvl="0"/>
            <a:r>
              <a:rPr lang="fr-FR" sz="1600" dirty="0" smtClean="0"/>
              <a:t>Phase de conception et l’architecture.</a:t>
            </a:r>
          </a:p>
          <a:p>
            <a:pPr lvl="0"/>
            <a:r>
              <a:rPr lang="fr-FR" sz="1600" dirty="0" smtClean="0"/>
              <a:t>Réalisation (Implémentation).</a:t>
            </a:r>
          </a:p>
          <a:p>
            <a:pPr lvl="0"/>
            <a:r>
              <a:rPr lang="fr-FR" sz="1600" dirty="0" smtClean="0"/>
              <a:t>Déploiement.</a:t>
            </a:r>
          </a:p>
          <a:p>
            <a:pPr lvl="1"/>
            <a:r>
              <a:rPr lang="fr-FR" sz="1600" dirty="0" smtClean="0"/>
              <a:t>Rédaction du rapport et manuel d’utilisation</a:t>
            </a:r>
            <a:endParaRPr lang="fr-FR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762000"/>
            <a:ext cx="6934200" cy="715963"/>
          </a:xfrm>
        </p:spPr>
        <p:txBody>
          <a:bodyPr/>
          <a:lstStyle/>
          <a:p>
            <a:r>
              <a:rPr lang="en-US" altLang="fr-FR" sz="3200" dirty="0" err="1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Diagramme</a:t>
            </a:r>
            <a:r>
              <a:rPr lang="en-US" altLang="fr-FR" sz="3200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 de </a:t>
            </a:r>
            <a:r>
              <a:rPr lang="en-US" altLang="fr-FR" sz="3200" dirty="0" err="1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classe</a:t>
            </a:r>
            <a:r>
              <a:rPr lang="en-US" altLang="fr-FR" sz="3200" dirty="0" smtClean="0">
                <a:solidFill>
                  <a:schemeClr val="accent1">
                    <a:lumMod val="90000"/>
                    <a:lumOff val="10000"/>
                  </a:schemeClr>
                </a:solidFill>
              </a:rPr>
              <a:t> </a:t>
            </a:r>
            <a:endParaRPr lang="en-US" altLang="fr-FR" sz="3200" dirty="0">
              <a:solidFill>
                <a:schemeClr val="accent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28800"/>
            <a:ext cx="6934200" cy="4619600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en-US" altLang="fr-FR" sz="2000" dirty="0">
              <a:solidFill>
                <a:schemeClr val="accent2"/>
              </a:solidFill>
            </a:endParaRPr>
          </a:p>
        </p:txBody>
      </p:sp>
      <p:pic>
        <p:nvPicPr>
          <p:cNvPr id="5" name="Image 4" descr="Class Diagram 1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51720" y="1458229"/>
            <a:ext cx="6905387" cy="53997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476672"/>
            <a:ext cx="7315200" cy="715963"/>
          </a:xfrm>
        </p:spPr>
        <p:txBody>
          <a:bodyPr/>
          <a:lstStyle/>
          <a:p>
            <a:r>
              <a:rPr lang="fr-FR" sz="3200" dirty="0" smtClean="0"/>
              <a:t>Diagramme de USE CASE</a:t>
            </a:r>
            <a:endParaRPr lang="fr-FR" sz="3200" dirty="0"/>
          </a:p>
        </p:txBody>
      </p:sp>
      <p:pic>
        <p:nvPicPr>
          <p:cNvPr id="4" name="Espace réservé du contenu 3" descr="UseCase Diagram 1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03648" y="1124744"/>
            <a:ext cx="6680080" cy="5514647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Module choisit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Poster Un Article </a:t>
            </a:r>
            <a:endParaRPr lang="fr-FR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werpoint-template-24">
  <a:themeElements>
    <a:clrScheme name="powerpoint-template-24 13">
      <a:dk1>
        <a:srgbClr val="EAEAEA"/>
      </a:dk1>
      <a:lt1>
        <a:srgbClr val="FFFFFF"/>
      </a:lt1>
      <a:dk2>
        <a:srgbClr val="4D4D4D"/>
      </a:dk2>
      <a:lt2>
        <a:srgbClr val="290E03"/>
      </a:lt2>
      <a:accent1>
        <a:srgbClr val="401D0A"/>
      </a:accent1>
      <a:accent2>
        <a:srgbClr val="683808"/>
      </a:accent2>
      <a:accent3>
        <a:srgbClr val="FFFFFF"/>
      </a:accent3>
      <a:accent4>
        <a:srgbClr val="C8C8C8"/>
      </a:accent4>
      <a:accent5>
        <a:srgbClr val="AFABAA"/>
      </a:accent5>
      <a:accent6>
        <a:srgbClr val="5E3206"/>
      </a:accent6>
      <a:hlink>
        <a:srgbClr val="C26B04"/>
      </a:hlink>
      <a:folHlink>
        <a:srgbClr val="FFFFFF"/>
      </a:folHlink>
    </a:clrScheme>
    <a:fontScheme name="powerpoint-template-24">
      <a:majorFont>
        <a:latin typeface="Microsoft Sans Serif"/>
        <a:ea typeface=""/>
        <a:cs typeface=""/>
      </a:majorFont>
      <a:minorFont>
        <a:latin typeface="Microsoft Sans Serif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>
          <a:noFill/>
        </a:ln>
        <a:effectLst/>
        <a:extLs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>
          <a:noFill/>
        </a:ln>
        <a:effectLst/>
        <a:extLst>
          <a:ext uri="{91240B29-F687-4F45-9708-019B960494DF}">
            <a14:hiddenLine xmlns:a14="http://schemas.microsoft.com/office/drawing/2010/main" xmlns="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powerpoint-template-24 1">
        <a:dk1>
          <a:srgbClr val="4D4D4D"/>
        </a:dk1>
        <a:lt1>
          <a:srgbClr val="FFFFFF"/>
        </a:lt1>
        <a:dk2>
          <a:srgbClr val="4D4D4D"/>
        </a:dk2>
        <a:lt2>
          <a:srgbClr val="0C209B"/>
        </a:lt2>
        <a:accent1>
          <a:srgbClr val="2167BF"/>
        </a:accent1>
        <a:accent2>
          <a:srgbClr val="C60C0D"/>
        </a:accent2>
        <a:accent3>
          <a:srgbClr val="FFFFFF"/>
        </a:accent3>
        <a:accent4>
          <a:srgbClr val="404040"/>
        </a:accent4>
        <a:accent5>
          <a:srgbClr val="ABB8DC"/>
        </a:accent5>
        <a:accent6>
          <a:srgbClr val="B30A0B"/>
        </a:accent6>
        <a:hlink>
          <a:srgbClr val="4793C7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2">
        <a:dk1>
          <a:srgbClr val="4D4D4D"/>
        </a:dk1>
        <a:lt1>
          <a:srgbClr val="FFFFFF"/>
        </a:lt1>
        <a:dk2>
          <a:srgbClr val="4D4D4D"/>
        </a:dk2>
        <a:lt2>
          <a:srgbClr val="CC0000"/>
        </a:lt2>
        <a:accent1>
          <a:srgbClr val="FF9933"/>
        </a:accent1>
        <a:accent2>
          <a:srgbClr val="009900"/>
        </a:accent2>
        <a:accent3>
          <a:srgbClr val="FFFFFF"/>
        </a:accent3>
        <a:accent4>
          <a:srgbClr val="404040"/>
        </a:accent4>
        <a:accent5>
          <a:srgbClr val="FFCAAD"/>
        </a:accent5>
        <a:accent6>
          <a:srgbClr val="008A00"/>
        </a:accent6>
        <a:hlink>
          <a:srgbClr val="3366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3">
        <a:dk1>
          <a:srgbClr val="4D4D4D"/>
        </a:dk1>
        <a:lt1>
          <a:srgbClr val="FFFFFF"/>
        </a:lt1>
        <a:dk2>
          <a:srgbClr val="4D4D4D"/>
        </a:dk2>
        <a:lt2>
          <a:srgbClr val="0E0F83"/>
        </a:lt2>
        <a:accent1>
          <a:srgbClr val="4049D2"/>
        </a:accent1>
        <a:accent2>
          <a:srgbClr val="494FD9"/>
        </a:accent2>
        <a:accent3>
          <a:srgbClr val="FFFFFF"/>
        </a:accent3>
        <a:accent4>
          <a:srgbClr val="404040"/>
        </a:accent4>
        <a:accent5>
          <a:srgbClr val="AFB1E5"/>
        </a:accent5>
        <a:accent6>
          <a:srgbClr val="4147C4"/>
        </a:accent6>
        <a:hlink>
          <a:srgbClr val="757DD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4">
        <a:dk1>
          <a:srgbClr val="4D4D4D"/>
        </a:dk1>
        <a:lt1>
          <a:srgbClr val="FFFFFF"/>
        </a:lt1>
        <a:dk2>
          <a:srgbClr val="4D4D4D"/>
        </a:dk2>
        <a:lt2>
          <a:srgbClr val="4B8ACD"/>
        </a:lt2>
        <a:accent1>
          <a:srgbClr val="5C98C2"/>
        </a:accent1>
        <a:accent2>
          <a:srgbClr val="93BAD6"/>
        </a:accent2>
        <a:accent3>
          <a:srgbClr val="FFFFFF"/>
        </a:accent3>
        <a:accent4>
          <a:srgbClr val="404040"/>
        </a:accent4>
        <a:accent5>
          <a:srgbClr val="B5CADD"/>
        </a:accent5>
        <a:accent6>
          <a:srgbClr val="85A8C2"/>
        </a:accent6>
        <a:hlink>
          <a:srgbClr val="AECDE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5">
        <a:dk1>
          <a:srgbClr val="4D4D4D"/>
        </a:dk1>
        <a:lt1>
          <a:srgbClr val="FFFFFF"/>
        </a:lt1>
        <a:dk2>
          <a:srgbClr val="4D4D4D"/>
        </a:dk2>
        <a:lt2>
          <a:srgbClr val="114682"/>
        </a:lt2>
        <a:accent1>
          <a:srgbClr val="295B99"/>
        </a:accent1>
        <a:accent2>
          <a:srgbClr val="406DA6"/>
        </a:accent2>
        <a:accent3>
          <a:srgbClr val="FFFFFF"/>
        </a:accent3>
        <a:accent4>
          <a:srgbClr val="404040"/>
        </a:accent4>
        <a:accent5>
          <a:srgbClr val="ACB5CA"/>
        </a:accent5>
        <a:accent6>
          <a:srgbClr val="396296"/>
        </a:accent6>
        <a:hlink>
          <a:srgbClr val="5F84B5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6">
        <a:dk1>
          <a:srgbClr val="4D4D4D"/>
        </a:dk1>
        <a:lt1>
          <a:srgbClr val="FFFFFF"/>
        </a:lt1>
        <a:dk2>
          <a:srgbClr val="4D4D4D"/>
        </a:dk2>
        <a:lt2>
          <a:srgbClr val="1984CC"/>
        </a:lt2>
        <a:accent1>
          <a:srgbClr val="0960AF"/>
        </a:accent1>
        <a:accent2>
          <a:srgbClr val="05438C"/>
        </a:accent2>
        <a:accent3>
          <a:srgbClr val="FFFFFF"/>
        </a:accent3>
        <a:accent4>
          <a:srgbClr val="404040"/>
        </a:accent4>
        <a:accent5>
          <a:srgbClr val="AAB6D4"/>
        </a:accent5>
        <a:accent6>
          <a:srgbClr val="043C7E"/>
        </a:accent6>
        <a:hlink>
          <a:srgbClr val="023069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7">
        <a:dk1>
          <a:srgbClr val="4D4D4D"/>
        </a:dk1>
        <a:lt1>
          <a:srgbClr val="FFFFFF"/>
        </a:lt1>
        <a:dk2>
          <a:srgbClr val="4D4D4D"/>
        </a:dk2>
        <a:lt2>
          <a:srgbClr val="116DE4"/>
        </a:lt2>
        <a:accent1>
          <a:srgbClr val="235CAF"/>
        </a:accent1>
        <a:accent2>
          <a:srgbClr val="54A1EE"/>
        </a:accent2>
        <a:accent3>
          <a:srgbClr val="FFFFFF"/>
        </a:accent3>
        <a:accent4>
          <a:srgbClr val="404040"/>
        </a:accent4>
        <a:accent5>
          <a:srgbClr val="ACB5D4"/>
        </a:accent5>
        <a:accent6>
          <a:srgbClr val="4B91D8"/>
        </a:accent6>
        <a:hlink>
          <a:srgbClr val="1391E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8">
        <a:dk1>
          <a:srgbClr val="4D4D4D"/>
        </a:dk1>
        <a:lt1>
          <a:srgbClr val="FFFFFF"/>
        </a:lt1>
        <a:dk2>
          <a:srgbClr val="4D4D4D"/>
        </a:dk2>
        <a:lt2>
          <a:srgbClr val="371710"/>
        </a:lt2>
        <a:accent1>
          <a:srgbClr val="542216"/>
        </a:accent1>
        <a:accent2>
          <a:srgbClr val="21110E"/>
        </a:accent2>
        <a:accent3>
          <a:srgbClr val="FFFFFF"/>
        </a:accent3>
        <a:accent4>
          <a:srgbClr val="404040"/>
        </a:accent4>
        <a:accent5>
          <a:srgbClr val="B3ABAB"/>
        </a:accent5>
        <a:accent6>
          <a:srgbClr val="1D0E0C"/>
        </a:accent6>
        <a:hlink>
          <a:srgbClr val="84391B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9">
        <a:dk1>
          <a:srgbClr val="FFFFFF"/>
        </a:dk1>
        <a:lt1>
          <a:srgbClr val="FFFFFF"/>
        </a:lt1>
        <a:dk2>
          <a:srgbClr val="4D4D4D"/>
        </a:dk2>
        <a:lt2>
          <a:srgbClr val="B4B8C4"/>
        </a:lt2>
        <a:accent1>
          <a:srgbClr val="E7BD47"/>
        </a:accent1>
        <a:accent2>
          <a:srgbClr val="47576A"/>
        </a:accent2>
        <a:accent3>
          <a:srgbClr val="FFFFFF"/>
        </a:accent3>
        <a:accent4>
          <a:srgbClr val="DADADA"/>
        </a:accent4>
        <a:accent5>
          <a:srgbClr val="F1DBB1"/>
        </a:accent5>
        <a:accent6>
          <a:srgbClr val="3F4E5F"/>
        </a:accent6>
        <a:hlink>
          <a:srgbClr val="E8700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0">
        <a:dk1>
          <a:srgbClr val="FFFFFF"/>
        </a:dk1>
        <a:lt1>
          <a:srgbClr val="FFFFFF"/>
        </a:lt1>
        <a:dk2>
          <a:srgbClr val="4D4D4D"/>
        </a:dk2>
        <a:lt2>
          <a:srgbClr val="B4B8C4"/>
        </a:lt2>
        <a:accent1>
          <a:srgbClr val="E7BD47"/>
        </a:accent1>
        <a:accent2>
          <a:srgbClr val="47576A"/>
        </a:accent2>
        <a:accent3>
          <a:srgbClr val="FFFFFF"/>
        </a:accent3>
        <a:accent4>
          <a:srgbClr val="DADADA"/>
        </a:accent4>
        <a:accent5>
          <a:srgbClr val="F1DBB1"/>
        </a:accent5>
        <a:accent6>
          <a:srgbClr val="3F4E5F"/>
        </a:accent6>
        <a:hlink>
          <a:srgbClr val="E87001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1">
        <a:dk1>
          <a:srgbClr val="EAEAEA"/>
        </a:dk1>
        <a:lt1>
          <a:srgbClr val="FFFFFF"/>
        </a:lt1>
        <a:dk2>
          <a:srgbClr val="4D4D4D"/>
        </a:dk2>
        <a:lt2>
          <a:srgbClr val="B4B8C4"/>
        </a:lt2>
        <a:accent1>
          <a:srgbClr val="E7BD47"/>
        </a:accent1>
        <a:accent2>
          <a:srgbClr val="47576A"/>
        </a:accent2>
        <a:accent3>
          <a:srgbClr val="FFFFFF"/>
        </a:accent3>
        <a:accent4>
          <a:srgbClr val="C8C8C8"/>
        </a:accent4>
        <a:accent5>
          <a:srgbClr val="F1DBB1"/>
        </a:accent5>
        <a:accent6>
          <a:srgbClr val="3F4E5F"/>
        </a:accent6>
        <a:hlink>
          <a:srgbClr val="E87001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2">
        <a:dk1>
          <a:srgbClr val="EAEAEA"/>
        </a:dk1>
        <a:lt1>
          <a:srgbClr val="FFFFFF"/>
        </a:lt1>
        <a:dk2>
          <a:srgbClr val="4D4D4D"/>
        </a:dk2>
        <a:lt2>
          <a:srgbClr val="2D2C31"/>
        </a:lt2>
        <a:accent1>
          <a:srgbClr val="25AAE2"/>
        </a:accent1>
        <a:accent2>
          <a:srgbClr val="5C5D5F"/>
        </a:accent2>
        <a:accent3>
          <a:srgbClr val="FFFFFF"/>
        </a:accent3>
        <a:accent4>
          <a:srgbClr val="C8C8C8"/>
        </a:accent4>
        <a:accent5>
          <a:srgbClr val="ACD2EE"/>
        </a:accent5>
        <a:accent6>
          <a:srgbClr val="535355"/>
        </a:accent6>
        <a:hlink>
          <a:srgbClr val="ED2E95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3">
        <a:dk1>
          <a:srgbClr val="EAEAEA"/>
        </a:dk1>
        <a:lt1>
          <a:srgbClr val="FFFFFF"/>
        </a:lt1>
        <a:dk2>
          <a:srgbClr val="4D4D4D"/>
        </a:dk2>
        <a:lt2>
          <a:srgbClr val="290E03"/>
        </a:lt2>
        <a:accent1>
          <a:srgbClr val="401D0A"/>
        </a:accent1>
        <a:accent2>
          <a:srgbClr val="683808"/>
        </a:accent2>
        <a:accent3>
          <a:srgbClr val="FFFFFF"/>
        </a:accent3>
        <a:accent4>
          <a:srgbClr val="C8C8C8"/>
        </a:accent4>
        <a:accent5>
          <a:srgbClr val="AFABAA"/>
        </a:accent5>
        <a:accent6>
          <a:srgbClr val="5E3206"/>
        </a:accent6>
        <a:hlink>
          <a:srgbClr val="C26B04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powerpoint-template</Template>
  <TotalTime>18</TotalTime>
  <Words>74</Words>
  <Application>Microsoft Office PowerPoint</Application>
  <PresentationFormat>Affichage à l'écran (4:3)</PresentationFormat>
  <Paragraphs>24</Paragraphs>
  <Slides>5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powerpoint-template-24</vt:lpstr>
      <vt:lpstr>MAKANI-cf</vt:lpstr>
      <vt:lpstr>Objectif   </vt:lpstr>
      <vt:lpstr>Diagramme de classe </vt:lpstr>
      <vt:lpstr>Diagramme de USE CASE</vt:lpstr>
      <vt:lpstr>Module choisit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MAKANI-cf</dc:title>
  <dc:creator>mehdiplay</dc:creator>
  <cp:lastModifiedBy>Utilisateur Windows</cp:lastModifiedBy>
  <cp:revision>4</cp:revision>
  <dcterms:created xsi:type="dcterms:W3CDTF">2020-06-21T21:38:43Z</dcterms:created>
  <dcterms:modified xsi:type="dcterms:W3CDTF">2020-06-24T09:31:06Z</dcterms:modified>
</cp:coreProperties>
</file>